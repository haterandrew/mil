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  <p:sldId id="409" r:id="rId16"/>
    <p:sldId id="410" r:id="rId17"/>
    <p:sldId id="411" r:id="rId18"/>
    <p:sldId id="412" r:id="rId19"/>
    <p:sldId id="413" r:id="rId20"/>
    <p:sldId id="414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ADVANCED ML ENGINEERING</a:t>
            </a:r>
          </a:p>
          <a:p>
            <a:pPr algn="ctr"/>
            <a:r>
              <a:rPr sz="1700" b="0"/>
              <a:t>TM-50I  ·  Advanced Specialist  ·  Prereq: TM-40I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 ·  C2DAO  ·  MSS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FROM TM-40I TO TM-50I — SCOPE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TM-40I: Build and deploy individual models following governance process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TM-50I: Own the ML platform that all models operate within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Automated retraining pipelines; advanced neural architectures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Federated learning for multi-classification environments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Interpretability and bias auditing at enterprise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 security, adversarial robustness, and supply chain security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Responsibility Shift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From: submit models through governance gates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To: design the governance gate process and review others' submissions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From: implement drift detection for your model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To: build the shared drift detection infrastructure for all models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ADVANCED MLOPS AND AUTOMATED RETRAINING (CHAPTER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Automated Retraining Pipeline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Trigger sources: PSI drift threshold, scheduled cadence, data volume threshold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Pipeline stages: data validation → feature refresh → train → evaluate → gate → deploy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Gate: automated evaluation must pass before promotion — no human bypass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A/B Model Deployment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Traffic split: new model serves X% of requests alongside production model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Evaluation window: define in advance — not 'until it looks good'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Rollback trigger: automated if new model performance drops below threshold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Canary Releases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Canary: 5% traffic, extended monitoring before full rollout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Canary failure: automatic rollback, incident report, TM-50I review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Production Readiness Gates — Advanced Version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All TM-40I gates plus: automated retraining test, adversarial robustness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ADVANCED NEURAL ARCHITECTURES (CHAPTER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Transformers for Operational Text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SITREP classification, OPORD parsing, intelligence report summarization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Fine-tuning: start from pre-trained checkpoint, not from scratch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Key Task: Fine-tune transformer for SITREP priority classification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Graph Neural Networks for C2 Network Analysis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C2 network as graph: units = nodes, command relationships = edges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GNN predicts readiness propagation across echelons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Key Task: Build GNN for unit readiness propagation (degraded unit → impact on BCT)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When NOT to Use Neural Architectures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Small datasets (&lt;10k samples): simpler models outperform deep learning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Interpretability required: tree-based models preferred for commander-facing outputs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Compute cost: neural inference at scale requires architecture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FEDERATED AND PRIVACY-PRESERVING ML (CHAPTER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Federated Learning on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Multi-classification environment: SECRET and UNCLASSIFIED data cannot be pooled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Unit-level data sensitivity: some readiness data cannot leave unit workspace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Federated Learning Architecture on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Central coordinator: aggregates model updates, not raw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Participating units: train locally on local data, share only gradient updates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Privacy preservation: differential privacy noise added before aggregation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Federated Learning Scenarios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Cross-unit readiness modeling: BCTs train locally, aggregate at division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Classification-level models: parallel architectures, no cross-domain data flow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Differential Privacy for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Epsilon-delta privacy bounds required for any federated model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Privacy budget tracked across queries — no unlimited querying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INTERPRETABILITY, BIAS AUDITING, AND ML SECURITY (CHAPTERS 5,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Platform-Level Interpretability Infrastructure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Shared SHAP infrastructure in MSS — not rebuilt per model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Explanation artifacts stored alongside model predictions in Foundry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LIME for local explanations: explain individual predictions to operators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Bias Auditing for Operational Models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Personnel-affecting models: bias audit required across MOS, echelon, gender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Bias audit report produced by TM-50I; reviewed by independent reviewer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 Security Threat Model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Adversarial inputs: inputs crafted to cause misclassification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poisoning: corrupt training data to degrade production model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extraction: infer model via repeated API queries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Adversarial Robustness Evaluation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FGSM and PGD attacks tested on all production classification models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Robustness threshold defined and enforced at production gate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Supply chain security: verify provenance of all pre-trained model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ML PLATFORM ARCHITECTURE AND LEADERSHIP (CHAPTER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Shared Feature Store Design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Central registry: prevents duplicate feature computation across teams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Feature versioning: reproducibility guarantee for all production models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Feature Store governance: TM-50I approves new features before registration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Model Registry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Centralized: all models in one registry with metadata, lineage, and status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Status tiers: Experimental → Staging → Production → Retired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Experiment Tracking at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MLflow at enterprise scale: shared server, team-level namespacing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Experiment hygiene: stale experiments archived quarterly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Cross-Track Integration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TM-50H (AI Engineer): share code workspace infrastructure and CI/CD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TM-40G (ORSA): validate model assumptions; share feature store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Code Review Standards for Production ML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Every production model code reviewed by TM-50I before deployment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Review criteria: correctness, efficiency, governance compliance,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ML ENGINEERING  ·  TM-50I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LEADING ML CAPABILITY — PRODUCTION READINESS AND TEAM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Production Readiness Gates (Advanced) — TM-50I Owns the Process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Automated retraining pipeline tested and verified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Real-time inference endpoint load-tested (if applicable)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Advanced neural architecture: interpretability artifacts generated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Federated learning: privacy budget documented and approved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Interpretability and bias assessment completed and signed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Security: adversarial robustness evaluation passed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Platform governance: model in registry, lineage documented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Developing Junior ML Engineers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Structured code review: explain why, not just what to fix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Pair programming on first model deployment: reduces errors, builds standards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Succession planning: every critical ML system has a documented backup person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 Capability Roadmap: TM-50I contributes to the enterprise ML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Annual capability review; identify gaps in platform before they become incidents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