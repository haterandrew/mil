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  <p:sldId id="409" r:id="rId16"/>
    <p:sldId id="410" r:id="rId17"/>
    <p:sldId id="411" r:id="rId18"/>
    <p:sldId id="412" r:id="rId19"/>
    <p:sldId id="413" r:id="rId20"/>
    <p:sldId id="414" r:id="rId2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600" b="1"/>
              <a:t>ADVANCED AI ENGINEERING</a:t>
            </a:r>
          </a:p>
          <a:p>
            <a:pPr algn="ctr"/>
            <a:r>
              <a:rPr sz="1700" b="0"/>
              <a:t>TM-50H  ·  Advanced Specialist  ·  Prereq: TM-40H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>
                <a:solidFill>
                  <a:srgbClr val="17325C"/>
                </a:solidFill>
              </a:rPr>
              <a:t>USAREUR-AF  ·  C2DAO  ·  MSS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AI ENGINEERING  ·  TM-50H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FROM TM-40H TO TM-50H — SCOPE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TM-40H (AI Engineer): Practitioner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Build AIP Logic workflows, Agent Studio agents, single-system RAG pipelines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Scope: individual AI applications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TM-50H (Advanced AI Engineer): Platform Leader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Design multi-agent orchestration systems and enterprise AI architecture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LLM fine-tuning, advanced RAG, AI red-teaming, production observability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Scope: the AI platform that others build 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The Senior AI Engineer Responsibility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Set engineering standards for all AI systems on MSS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Conduct production readiness reviews and architecture reviews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Own DoD RAIMTF and Army AI Ethics compliance for the platform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AI ENGINEERING  ·  TM-50H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MULTI-AGENT ORCHESTRATION (CHAPTER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Why Multi-Agent Architecture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Complex operational workflows exceed single-agent context and capability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Parallel execution: multiple agents working concurrently on sub-tasks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Orchestration Patterns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Sequential: agent A outputs feed agent B — strict dependency chain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Parallel: agents A, B, C run simultaneously; orchestrator aggregates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Hierarchical: orchestrator agent delegates to specialist sub-agents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Shared State Management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Agents write to and read from shared state object in Foundry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Conflict resolution: last-writer-wins or priority-based, must be explicit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Circuit Breakers and Failure Isolation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Single agent failure must not cascade to entire orchestration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Circuit breaker pattern: fail fast, fallback to degraded mode, alert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Key Task: Design a multi-agent orchestration system with failure isolation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AI ENGINEERING  ·  TM-50H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LLM FINE-TUNING AND DOMAIN ADAPTATION (CHAPTER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When to Fine-Tune vs. When to Prompt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Fine-tune: persistent domain knowledge, style, or format requirements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Prompt: task-specific instructions that change frequently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Rule: exhaust prompt engineering and RAG before committing to fine-tuning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Policy and Legal Requirements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Training data must be authorized for use — no scraping operational data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DoD data rights and classification implications reviewed before fine-tuning begins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Training Data Preparation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Instruction-tuning format: (prompt, response) pairs from Army writing samples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Data quality gate: reviewed by subject matter expert before training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Fine-Tuning Methods: LoRA/QLoRA preferred (parameter-efficient)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Key Task: Domain adaptation of an LLM for Army writing style (BLUF, Army Active Voice)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AI ENGINEERING  ·  TM-50H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ADVANCED RAG ARCHITECTURE (CHAPTER 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Limitations of Baseline RAG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Single retrieval step misses context for multi-hop questions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Keyword similarity fails for semantic queries in military domain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Hybrid Retrieval: Dense + Sparse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BM25 (keyword) + embedding (semantic) combined for better recall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Critical for military acronyms and technical terminology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Re-Ranking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Cross-encoder re-ranks retrieved chunks before passing to LLM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Improves precision without sacrificing recall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Query Transformation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HyDE: generate hypothetical answer, retrieve against it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Step-back prompting: abstract the query before retrieval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Corpus Quality Management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Stale documents degrade RAG performance — corpus freshness is operational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RAG Evaluation Pipeline: RAGAS or equivalent — automated + human spot-check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AI ENGINEERING  ·  TM-50H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AI RED-TEAMING AND ADVERSARIAL TESTING (CHAPTER 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Why Red-Team AI Systems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Operational AI systems are targets — adversaries will attempt manipulation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Internal testing identifies failure modes before deployment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Threat Model for USAREUR-AF AI Systems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Prompt injection: adversarial inputs that hijack agent behavior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Data poisoning: corrupting training data to degrade model performance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extraction: inferring model capabilities through repeated queries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Red-Team Execution Process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Team: AI engineer + domain expert (ORSA/S2) + security officer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Scope: define what is in/out of scope before red team begins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Output: Red-Team Report with findings categorized by severity and mitigations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Mitigations and Defensive Patterns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Input validation, output filtering, rate limiting, anomaly detection on queries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Red-team is required before production deployment of any agent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AI ENGINEERING  ·  TM-50H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PRODUCTION AI OBSERVABILITY (CHAPTER 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Why AI Observability Is Different from Software Monitoring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Software metrics: latency, error rate, uptime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AI metrics: output quality, hallucination rate, retrieval relevance, input distribution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Four Observability Dimensions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Service health: latency, error rate, availability (standard)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Input distribution: are queries shifting from what the system was trained on?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Retrieval quality: are RAG retrievals relevant? (automated scoring)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Output quality: hallucination detection, factual grounding checks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AI Observability Dashboard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Built on MSS Workshop: one page, four panels, daily cadence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Alerts: output quality below threshold triggers TM-50H review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Hallucination Detection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Faithfulness score: does output match retrieved context?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Answer relevance score: does output address the query?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Key Task: Implement AI observability for a production system end-to-end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AI ENGINEERING  ·  TM-50H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ENTERPRISE AI ARCHITECTURE AND GOVERNANCE (CHAPTER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Enterprise AI Architecture Principles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Shared infrastructure: embedding models, vector stores, LLM endpoints shared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No siloed AI systems — all AI builds on common platform components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Every AI component documented in the enterprise AI architecture registry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Architecture Review Process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Any new AI system requires TM-50H architecture review before build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Review criteria: alignment to platform, security, governance, observability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DoD RAIMTF and Army AI Ethics Compliance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Six principles: Responsible, Equitable, Traceable, Reliable, Governable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TM-50H is the compliance point for AI systems — not legal, not compliance office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AI Governance Documentation Requirements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Model/system card, Red-Team Report, Observability Plan, Incident Response Plan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AI Production Readiness Review (PRR)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TM-50H chairs PRR before any AI system goes to production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Checklist covers: security, observability, governance, degraded mode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