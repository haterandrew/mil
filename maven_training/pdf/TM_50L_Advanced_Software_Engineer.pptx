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  <p:sldId id="409" r:id="rId16"/>
    <p:sldId id="410" r:id="rId17"/>
    <p:sldId id="411" r:id="rId18"/>
    <p:sldId id="412" r:id="rId19"/>
    <p:sldId id="413" r:id="rId20"/>
    <p:sldId id="414" r:id="rId2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ADVANCED SOFTWARE ENGINEERING</a:t>
            </a:r>
          </a:p>
          <a:p>
            <a:pPr algn="ctr"/>
            <a:r>
              <a:rPr sz="1700" b="0"/>
              <a:t>TM-50L  ·  Advanced Specialist  ·  Prereq: TM-40L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 ·  C2DAO  ·  MSS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SOFTWARE ENGINEERING  ·  TM-50L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FROM TM-40L TO TM-50L — SCOPE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TM-40L: Build OSDK applications and Foundry integrations as a practitioner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TM-50L: Own the platform architecture that practitioners build 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Platform SDK: infrastructure-level integration at scale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High-performance development: query optimization, caching, indexing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Multi-tenant architecture and classification-aware design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DevSecOps: CI/CD pipeline architecture, automated testing, ATO support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Security assessment and secure code review leadership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TM-50L in USAREUR-AF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Primary technical authority for MSS platform code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ATO documentation owner for platform components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Code review authority for all production deployments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SOFTWARE ENGINEERING  ·  TM-50L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PLATFORM SDK — INFRASTRUCTURE-LEVEL INTEGRATION (CHAPTER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Platform SDK vs. OSDK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OSDK (TM-40L): query ontology objects and execute actions via API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Platform SDK (TM-50L): manage datasets, branches, file resources at infrastructure level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Platform SDK Authentication at Scale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Service account management: least-privilege, rotated quarterly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Token management: short-lived tokens, no hardcoded credentials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Dataset Operations at Scale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Bulk read/write patterns: pagination, streaming, parallel processing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Schema evolution: backward-compatible changes only; breaking = migration plan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Branch Management Automation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Automated branch creation, merge, and promotion pipelines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Branch naming conventions enforced programmatically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File Resource Management at Scale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Versioned file resources: media, documents, large binaries in Foundry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Lifecycle management: archive vs. delete vs. retain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SOFTWARE ENGINEERING  ·  TM-50L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HIGH-PERFORMANCE FOUNDRY DEVELOPMENT (CHAPTER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Query Optimization for OSDK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Filter early, not late: push filters to the data source, not the application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Index-aware queries: know which object properties are indexed before querying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N+1 query problem: batch related object fetches, not loop-per-object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Caching Strategies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Object-level cache: TTL-based; invalidated on object update event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Query-level cache: hash query parameters; appropriate for low-change data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Never cache classification-sensitive data across security boundaries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Indexing and Search Optimization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Full-text search: Foundry Search API over indexed properties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Composite indexes for multi-property filter patterns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Compute Cost Management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Profile before optimizing — measurement precedes optimization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Compute cost reported monthly; TM-50L reviews unexplained cost increases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SOFTWARE ENGINEERING  ·  TM-50L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MULTI-TENANT ARCHITECTURE AND CLASSIFICATION-AWARE DESIGN (CHAPTER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Tenant Architecture in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Tenant: a logically isolated workspace (unit, classification level, coalition partner)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Data isolation: tenant data never crosses tenant boundary without explicit authorization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Implementing Tenant Isolation in Code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Tenant context propagated through all API calls — never inferred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Row-level security: implemented at data layer, not in application logic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Test isolation: each tenant's test suite runs against isolated test data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Classification-Aware Design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Classification embedded in data schema: every record has a classification property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Enforcement at read time: user clearance checked before data returned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Aggregation risk: TM-50L reviews any feature that combines data across classifications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Coalition Interoperability Patterns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Read-only API for partner-facing endpoints — no write access to US data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Releasability enforcement: API filters out non-releasable records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SOFTWARE ENGINEERING  ·  TM-50L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DEVSECOPS FOR FOUNDRY ENVIRONMENTS (CHAPTER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CI/CD Pipeline Architecture for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Stages: lint → unit test → integration test → security scan → staging → production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No production deployment without passing all stages — no exceptions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Pipeline-as-code: Jenkinsfile or GitLab CI in version control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Automated Testing Standards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Unit test coverage: minimum 80% for production code; enforced by pipeline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Integration tests: run against Foundry staging environment — not mocks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Contract tests: API contracts between services tested automatically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Ontology CI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Ontology changes submitted as code PRs — reviewed same as application code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Schema compatibility check automated: breaking change = pipeline fail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Container Deployment Pattern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Docker containers for all application deployments — no manual server configuration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Container image scanning: vulnerability check before deployment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Pre-Commit Hooks: lint, format, secret detection — fail fast before push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SOFTWARE ENGINEERING  ·  TM-50L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SECURITY ASSESSMENT AND SECURE CODE REVIEW (CHAPTER 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OWASP Top 10 in the Foundry Context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Injection: parameterized OSDK queries — never string-concatenated filters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Broken access control: tenant isolation checks must be explicit, not assumed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Cryptographic failures: no plaintext sensitive data in logs, environment variables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Security misconfiguration: default configurations reviewed before deployment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Secrets Management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No secrets in code — use Foundry secrets manager or environment variables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Secret rotation: quarterly rotation for service account credentials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Secret scanning: automated scan on every commit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Static Application Security Testing (SAST)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Bandit (Python), Semgrep — run in CI pipeline on every PR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SAST findings block merge until resolved or risk-accepted with documentation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Authorized Penetration Testing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Annual pentest of production MSS applications required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TM-50L supports pentest scoping and reviews findings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SOFTWARE ENGINEERING  ·  TM-50L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PLATFORM LEADERSHIP AND ATO SUPPORT (CHAPTER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Architecture Review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TM-50L reviews all new application architectures before build begins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Review criteria: performance, security, tenant isolation, governance compliance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Architecture decision records (ADR): document why, not just what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Code Review Standards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Every production code change reviewed by TM-50L or designated reviewer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Review checklist: security, performance, maintainability, operational readiness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Developer Onboarding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Standardized onboarding: environment setup, coding standards, first PR review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Pair programming: TM-50L pairs with new TM-40L practitioners on first deployment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ATO Support Documentation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TM-50L owns: system architecture diagram, data flow diagrams, security controls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Continuous monitoring contributions: automated evidence collection for ATO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Managing Platform Upgrades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Upgrade testing in staging before production; rollback plan required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Upgrade communication: notify all dependent teams before production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